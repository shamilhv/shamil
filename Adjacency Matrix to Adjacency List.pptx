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48AF02-AF7B-4978-9927-FE91966580FD}" v="37" dt="2022-05-31T12:13:58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il Heydarov (Rajab)" userId="14f599c6-7e0e-494b-b9cd-692ee1cab503" providerId="ADAL" clId="{5848AF02-AF7B-4978-9927-FE91966580FD}"/>
    <pc:docChg chg="undo custSel addSld delSld modSld">
      <pc:chgData name="Shamil Heydarov (Rajab)" userId="14f599c6-7e0e-494b-b9cd-692ee1cab503" providerId="ADAL" clId="{5848AF02-AF7B-4978-9927-FE91966580FD}" dt="2022-05-31T12:13:58.406" v="466"/>
      <pc:docMkLst>
        <pc:docMk/>
      </pc:docMkLst>
      <pc:sldChg chg="addSp delSp modSp mod modTransition modMedia setBg addAnim delAnim chgLayout">
        <pc:chgData name="Shamil Heydarov (Rajab)" userId="14f599c6-7e0e-494b-b9cd-692ee1cab503" providerId="ADAL" clId="{5848AF02-AF7B-4978-9927-FE91966580FD}" dt="2022-05-31T12:13:46.440" v="462"/>
        <pc:sldMkLst>
          <pc:docMk/>
          <pc:sldMk cId="4153994422" sldId="256"/>
        </pc:sldMkLst>
        <pc:spChg chg="mod ord">
          <ac:chgData name="Shamil Heydarov (Rajab)" userId="14f599c6-7e0e-494b-b9cd-692ee1cab503" providerId="ADAL" clId="{5848AF02-AF7B-4978-9927-FE91966580FD}" dt="2022-05-31T12:09:26.140" v="414" actId="120"/>
          <ac:spMkLst>
            <pc:docMk/>
            <pc:sldMk cId="4153994422" sldId="256"/>
            <ac:spMk id="2" creationId="{528D8A5F-B1FE-06B5-650D-0938702B6F89}"/>
          </ac:spMkLst>
        </pc:spChg>
        <pc:spChg chg="del">
          <ac:chgData name="Shamil Heydarov (Rajab)" userId="14f599c6-7e0e-494b-b9cd-692ee1cab503" providerId="ADAL" clId="{5848AF02-AF7B-4978-9927-FE91966580FD}" dt="2022-05-31T11:33:09.842" v="2" actId="21"/>
          <ac:spMkLst>
            <pc:docMk/>
            <pc:sldMk cId="4153994422" sldId="256"/>
            <ac:spMk id="3" creationId="{45A93098-8657-6A9F-CFC1-E58D51759195}"/>
          </ac:spMkLst>
        </pc:spChg>
        <pc:spChg chg="add mod ord">
          <ac:chgData name="Shamil Heydarov (Rajab)" userId="14f599c6-7e0e-494b-b9cd-692ee1cab503" providerId="ADAL" clId="{5848AF02-AF7B-4978-9927-FE91966580FD}" dt="2022-05-31T12:03:24.766" v="351" actId="115"/>
          <ac:spMkLst>
            <pc:docMk/>
            <pc:sldMk cId="4153994422" sldId="256"/>
            <ac:spMk id="4" creationId="{EC045845-18BF-7AE2-5EAE-6CC21A37CA36}"/>
          </ac:spMkLst>
        </pc:spChg>
        <pc:spChg chg="add">
          <ac:chgData name="Shamil Heydarov (Rajab)" userId="14f599c6-7e0e-494b-b9cd-692ee1cab503" providerId="ADAL" clId="{5848AF02-AF7B-4978-9927-FE91966580FD}" dt="2022-05-31T12:03:15.364" v="346" actId="26606"/>
          <ac:spMkLst>
            <pc:docMk/>
            <pc:sldMk cId="4153994422" sldId="256"/>
            <ac:spMk id="9" creationId="{787F4F1C-8D3D-4EC1-B72D-A0470A5A08B8}"/>
          </ac:spMkLst>
        </pc:spChg>
        <pc:spChg chg="add del">
          <ac:chgData name="Shamil Heydarov (Rajab)" userId="14f599c6-7e0e-494b-b9cd-692ee1cab503" providerId="ADAL" clId="{5848AF02-AF7B-4978-9927-FE91966580FD}" dt="2022-05-31T12:02:11.999" v="334" actId="26606"/>
          <ac:spMkLst>
            <pc:docMk/>
            <pc:sldMk cId="4153994422" sldId="256"/>
            <ac:spMk id="10" creationId="{C1DD1A8A-57D5-4A81-AD04-532B043C5611}"/>
          </ac:spMkLst>
        </pc:spChg>
        <pc:spChg chg="add del">
          <ac:chgData name="Shamil Heydarov (Rajab)" userId="14f599c6-7e0e-494b-b9cd-692ee1cab503" providerId="ADAL" clId="{5848AF02-AF7B-4978-9927-FE91966580FD}" dt="2022-05-31T12:02:11.999" v="334" actId="26606"/>
          <ac:spMkLst>
            <pc:docMk/>
            <pc:sldMk cId="4153994422" sldId="256"/>
            <ac:spMk id="12" creationId="{007891EC-4501-44ED-A8C8-B11B6DB767AB}"/>
          </ac:spMkLst>
        </pc:spChg>
        <pc:spChg chg="add del">
          <ac:chgData name="Shamil Heydarov (Rajab)" userId="14f599c6-7e0e-494b-b9cd-692ee1cab503" providerId="ADAL" clId="{5848AF02-AF7B-4978-9927-FE91966580FD}" dt="2022-05-31T12:02:48.069" v="345" actId="26606"/>
          <ac:spMkLst>
            <pc:docMk/>
            <pc:sldMk cId="4153994422" sldId="256"/>
            <ac:spMk id="14" creationId="{C1DD1A8A-57D5-4A81-AD04-532B043C5611}"/>
          </ac:spMkLst>
        </pc:spChg>
        <pc:spChg chg="add del">
          <ac:chgData name="Shamil Heydarov (Rajab)" userId="14f599c6-7e0e-494b-b9cd-692ee1cab503" providerId="ADAL" clId="{5848AF02-AF7B-4978-9927-FE91966580FD}" dt="2022-05-31T12:02:48.069" v="345" actId="26606"/>
          <ac:spMkLst>
            <pc:docMk/>
            <pc:sldMk cId="4153994422" sldId="256"/>
            <ac:spMk id="16" creationId="{007891EC-4501-44ED-A8C8-B11B6DB767AB}"/>
          </ac:spMkLst>
        </pc:spChg>
        <pc:grpChg chg="add">
          <ac:chgData name="Shamil Heydarov (Rajab)" userId="14f599c6-7e0e-494b-b9cd-692ee1cab503" providerId="ADAL" clId="{5848AF02-AF7B-4978-9927-FE91966580FD}" dt="2022-05-31T12:03:15.364" v="346" actId="26606"/>
          <ac:grpSpMkLst>
            <pc:docMk/>
            <pc:sldMk cId="4153994422" sldId="256"/>
            <ac:grpSpMk id="11" creationId="{D1E3DD61-64DB-46AD-B249-E273CD86B051}"/>
          </ac:grpSpMkLst>
        </pc:grpChg>
        <pc:picChg chg="add del mod">
          <ac:chgData name="Shamil Heydarov (Rajab)" userId="14f599c6-7e0e-494b-b9cd-692ee1cab503" providerId="ADAL" clId="{5848AF02-AF7B-4978-9927-FE91966580FD}" dt="2022-05-31T12:02:11.999" v="334" actId="26606"/>
          <ac:picMkLst>
            <pc:docMk/>
            <pc:sldMk cId="4153994422" sldId="256"/>
            <ac:picMk id="6" creationId="{0F68D245-89DB-859C-93F6-F3466B98994D}"/>
          </ac:picMkLst>
        </pc:picChg>
        <pc:picChg chg="add del mod">
          <ac:chgData name="Shamil Heydarov (Rajab)" userId="14f599c6-7e0e-494b-b9cd-692ee1cab503" providerId="ADAL" clId="{5848AF02-AF7B-4978-9927-FE91966580FD}" dt="2022-05-31T12:02:48.069" v="345" actId="26606"/>
          <ac:picMkLst>
            <pc:docMk/>
            <pc:sldMk cId="4153994422" sldId="256"/>
            <ac:picMk id="15" creationId="{CF6BC641-9731-6596-F7AC-F70F46ED38FC}"/>
          </ac:picMkLst>
        </pc:picChg>
      </pc:sldChg>
      <pc:sldChg chg="addSp delSp modSp new mod modTransition setBg">
        <pc:chgData name="Shamil Heydarov (Rajab)" userId="14f599c6-7e0e-494b-b9cd-692ee1cab503" providerId="ADAL" clId="{5848AF02-AF7B-4978-9927-FE91966580FD}" dt="2022-05-31T12:13:51.675" v="463"/>
        <pc:sldMkLst>
          <pc:docMk/>
          <pc:sldMk cId="510339433" sldId="257"/>
        </pc:sldMkLst>
        <pc:spChg chg="mod">
          <ac:chgData name="Shamil Heydarov (Rajab)" userId="14f599c6-7e0e-494b-b9cd-692ee1cab503" providerId="ADAL" clId="{5848AF02-AF7B-4978-9927-FE91966580FD}" dt="2022-05-31T12:04:53.791" v="356" actId="26606"/>
          <ac:spMkLst>
            <pc:docMk/>
            <pc:sldMk cId="510339433" sldId="257"/>
            <ac:spMk id="2" creationId="{DCCAE28A-5A14-A280-EAA0-2E8BD57F63A3}"/>
          </ac:spMkLst>
        </pc:spChg>
        <pc:spChg chg="mod ord">
          <ac:chgData name="Shamil Heydarov (Rajab)" userId="14f599c6-7e0e-494b-b9cd-692ee1cab503" providerId="ADAL" clId="{5848AF02-AF7B-4978-9927-FE91966580FD}" dt="2022-05-31T12:08:57.895" v="409" actId="123"/>
          <ac:spMkLst>
            <pc:docMk/>
            <pc:sldMk cId="510339433" sldId="257"/>
            <ac:spMk id="3" creationId="{AB853EE1-DF5E-A4C9-31EE-76F5BA440940}"/>
          </ac:spMkLst>
        </pc:spChg>
        <pc:spChg chg="add del">
          <ac:chgData name="Shamil Heydarov (Rajab)" userId="14f599c6-7e0e-494b-b9cd-692ee1cab503" providerId="ADAL" clId="{5848AF02-AF7B-4978-9927-FE91966580FD}" dt="2022-05-31T12:04:23.199" v="353" actId="26606"/>
          <ac:spMkLst>
            <pc:docMk/>
            <pc:sldMk cId="510339433" sldId="257"/>
            <ac:spMk id="10" creationId="{4038CB10-1F5C-4D54-9DF7-12586DE5B007}"/>
          </ac:spMkLst>
        </pc:spChg>
        <pc:spChg chg="add del">
          <ac:chgData name="Shamil Heydarov (Rajab)" userId="14f599c6-7e0e-494b-b9cd-692ee1cab503" providerId="ADAL" clId="{5848AF02-AF7B-4978-9927-FE91966580FD}" dt="2022-05-31T12:04:23.199" v="353" actId="26606"/>
          <ac:spMkLst>
            <pc:docMk/>
            <pc:sldMk cId="510339433" sldId="257"/>
            <ac:spMk id="12" creationId="{73ED6512-6858-4552-B699-9A97FE9A4EA2}"/>
          </ac:spMkLst>
        </pc:spChg>
        <pc:spChg chg="add del">
          <ac:chgData name="Shamil Heydarov (Rajab)" userId="14f599c6-7e0e-494b-b9cd-692ee1cab503" providerId="ADAL" clId="{5848AF02-AF7B-4978-9927-FE91966580FD}" dt="2022-05-31T12:04:53.760" v="355" actId="26606"/>
          <ac:spMkLst>
            <pc:docMk/>
            <pc:sldMk cId="510339433" sldId="257"/>
            <ac:spMk id="14" creationId="{CEB41C5C-0F34-4DDA-9D7C-5E717F35F60C}"/>
          </ac:spMkLst>
        </pc:spChg>
        <pc:spChg chg="add">
          <ac:chgData name="Shamil Heydarov (Rajab)" userId="14f599c6-7e0e-494b-b9cd-692ee1cab503" providerId="ADAL" clId="{5848AF02-AF7B-4978-9927-FE91966580FD}" dt="2022-05-31T12:04:53.791" v="356" actId="26606"/>
          <ac:spMkLst>
            <pc:docMk/>
            <pc:sldMk cId="510339433" sldId="257"/>
            <ac:spMk id="19" creationId="{B95B9BA8-1D69-4796-85F5-B6D0BD52354B}"/>
          </ac:spMkLst>
        </pc:spChg>
        <pc:grpChg chg="add">
          <ac:chgData name="Shamil Heydarov (Rajab)" userId="14f599c6-7e0e-494b-b9cd-692ee1cab503" providerId="ADAL" clId="{5848AF02-AF7B-4978-9927-FE91966580FD}" dt="2022-05-31T12:04:53.791" v="356" actId="26606"/>
          <ac:grpSpMkLst>
            <pc:docMk/>
            <pc:sldMk cId="510339433" sldId="257"/>
            <ac:grpSpMk id="20" creationId="{D44E3F87-3D58-4B03-86B2-15A5C5B9C964}"/>
          </ac:grpSpMkLst>
        </pc:grpChg>
        <pc:picChg chg="add mod">
          <ac:chgData name="Shamil Heydarov (Rajab)" userId="14f599c6-7e0e-494b-b9cd-692ee1cab503" providerId="ADAL" clId="{5848AF02-AF7B-4978-9927-FE91966580FD}" dt="2022-05-31T12:05:09.736" v="360" actId="14100"/>
          <ac:picMkLst>
            <pc:docMk/>
            <pc:sldMk cId="510339433" sldId="257"/>
            <ac:picMk id="5" creationId="{4288503F-E4FE-1B11-7402-EA334D26C58E}"/>
          </ac:picMkLst>
        </pc:picChg>
        <pc:cxnChg chg="add del">
          <ac:chgData name="Shamil Heydarov (Rajab)" userId="14f599c6-7e0e-494b-b9cd-692ee1cab503" providerId="ADAL" clId="{5848AF02-AF7B-4978-9927-FE91966580FD}" dt="2022-05-31T12:04:53.760" v="355" actId="26606"/>
          <ac:cxnSpMkLst>
            <pc:docMk/>
            <pc:sldMk cId="510339433" sldId="257"/>
            <ac:cxnSpMk id="15" creationId="{57E1E5E6-F385-4E9C-B201-BA5BDE5CAD52}"/>
          </ac:cxnSpMkLst>
        </pc:cxnChg>
      </pc:sldChg>
      <pc:sldChg chg="addSp delSp modSp new mod modTransition setBg">
        <pc:chgData name="Shamil Heydarov (Rajab)" userId="14f599c6-7e0e-494b-b9cd-692ee1cab503" providerId="ADAL" clId="{5848AF02-AF7B-4978-9927-FE91966580FD}" dt="2022-05-31T12:13:53.717" v="464"/>
        <pc:sldMkLst>
          <pc:docMk/>
          <pc:sldMk cId="3348990397" sldId="258"/>
        </pc:sldMkLst>
        <pc:spChg chg="mod">
          <ac:chgData name="Shamil Heydarov (Rajab)" userId="14f599c6-7e0e-494b-b9cd-692ee1cab503" providerId="ADAL" clId="{5848AF02-AF7B-4978-9927-FE91966580FD}" dt="2022-05-31T12:09:38.138" v="415" actId="20577"/>
          <ac:spMkLst>
            <pc:docMk/>
            <pc:sldMk cId="3348990397" sldId="258"/>
            <ac:spMk id="2" creationId="{84FCE4FA-1AF7-996C-4440-24957E17BC85}"/>
          </ac:spMkLst>
        </pc:spChg>
        <pc:spChg chg="mod ord">
          <ac:chgData name="Shamil Heydarov (Rajab)" userId="14f599c6-7e0e-494b-b9cd-692ee1cab503" providerId="ADAL" clId="{5848AF02-AF7B-4978-9927-FE91966580FD}" dt="2022-05-31T12:09:09.154" v="412" actId="123"/>
          <ac:spMkLst>
            <pc:docMk/>
            <pc:sldMk cId="3348990397" sldId="258"/>
            <ac:spMk id="3" creationId="{1C2E33A5-1AE0-A81F-6BE9-2538B36F44F3}"/>
          </ac:spMkLst>
        </pc:spChg>
        <pc:spChg chg="add del">
          <ac:chgData name="Shamil Heydarov (Rajab)" userId="14f599c6-7e0e-494b-b9cd-692ee1cab503" providerId="ADAL" clId="{5848AF02-AF7B-4978-9927-FE91966580FD}" dt="2022-05-31T12:05:56.061" v="362" actId="26606"/>
          <ac:spMkLst>
            <pc:docMk/>
            <pc:sldMk cId="3348990397" sldId="258"/>
            <ac:spMk id="10" creationId="{B95B9BA8-1D69-4796-85F5-B6D0BD52354B}"/>
          </ac:spMkLst>
        </pc:spChg>
        <pc:spChg chg="add del">
          <ac:chgData name="Shamil Heydarov (Rajab)" userId="14f599c6-7e0e-494b-b9cd-692ee1cab503" providerId="ADAL" clId="{5848AF02-AF7B-4978-9927-FE91966580FD}" dt="2022-05-31T12:06:10.213" v="364" actId="26606"/>
          <ac:spMkLst>
            <pc:docMk/>
            <pc:sldMk cId="3348990397" sldId="258"/>
            <ac:spMk id="20" creationId="{B95B9BA8-1D69-4796-85F5-B6D0BD52354B}"/>
          </ac:spMkLst>
        </pc:spChg>
        <pc:spChg chg="add del">
          <ac:chgData name="Shamil Heydarov (Rajab)" userId="14f599c6-7e0e-494b-b9cd-692ee1cab503" providerId="ADAL" clId="{5848AF02-AF7B-4978-9927-FE91966580FD}" dt="2022-05-31T12:06:17.494" v="366" actId="26606"/>
          <ac:spMkLst>
            <pc:docMk/>
            <pc:sldMk cId="3348990397" sldId="258"/>
            <ac:spMk id="22" creationId="{B95B9BA8-1D69-4796-85F5-B6D0BD52354B}"/>
          </ac:spMkLst>
        </pc:spChg>
        <pc:spChg chg="add">
          <ac:chgData name="Shamil Heydarov (Rajab)" userId="14f599c6-7e0e-494b-b9cd-692ee1cab503" providerId="ADAL" clId="{5848AF02-AF7B-4978-9927-FE91966580FD}" dt="2022-05-31T12:06:17.510" v="367" actId="26606"/>
          <ac:spMkLst>
            <pc:docMk/>
            <pc:sldMk cId="3348990397" sldId="258"/>
            <ac:spMk id="24" creationId="{B95B9BA8-1D69-4796-85F5-B6D0BD52354B}"/>
          </ac:spMkLst>
        </pc:spChg>
        <pc:grpChg chg="add del">
          <ac:chgData name="Shamil Heydarov (Rajab)" userId="14f599c6-7e0e-494b-b9cd-692ee1cab503" providerId="ADAL" clId="{5848AF02-AF7B-4978-9927-FE91966580FD}" dt="2022-05-31T12:05:56.061" v="362" actId="26606"/>
          <ac:grpSpMkLst>
            <pc:docMk/>
            <pc:sldMk cId="3348990397" sldId="258"/>
            <ac:grpSpMk id="12" creationId="{D44E3F87-3D58-4B03-86B2-15A5C5B9C964}"/>
          </ac:grpSpMkLst>
        </pc:grpChg>
        <pc:grpChg chg="add">
          <ac:chgData name="Shamil Heydarov (Rajab)" userId="14f599c6-7e0e-494b-b9cd-692ee1cab503" providerId="ADAL" clId="{5848AF02-AF7B-4978-9927-FE91966580FD}" dt="2022-05-31T12:06:17.510" v="367" actId="26606"/>
          <ac:grpSpMkLst>
            <pc:docMk/>
            <pc:sldMk cId="3348990397" sldId="258"/>
            <ac:grpSpMk id="25" creationId="{CC09AFE8-9934-40C0-A058-4008A3B197E7}"/>
          </ac:grpSpMkLst>
        </pc:grpChg>
        <pc:picChg chg="add mod">
          <ac:chgData name="Shamil Heydarov (Rajab)" userId="14f599c6-7e0e-494b-b9cd-692ee1cab503" providerId="ADAL" clId="{5848AF02-AF7B-4978-9927-FE91966580FD}" dt="2022-05-31T12:06:30.244" v="371" actId="14100"/>
          <ac:picMkLst>
            <pc:docMk/>
            <pc:sldMk cId="3348990397" sldId="258"/>
            <ac:picMk id="5" creationId="{73AA03B6-EFE8-E4EA-E3E4-9DDAC4EB8C99}"/>
          </ac:picMkLst>
        </pc:picChg>
      </pc:sldChg>
      <pc:sldChg chg="addSp delSp modSp new mod modTransition setBg setClrOvrMap">
        <pc:chgData name="Shamil Heydarov (Rajab)" userId="14f599c6-7e0e-494b-b9cd-692ee1cab503" providerId="ADAL" clId="{5848AF02-AF7B-4978-9927-FE91966580FD}" dt="2022-05-31T12:13:56.309" v="465"/>
        <pc:sldMkLst>
          <pc:docMk/>
          <pc:sldMk cId="194028071" sldId="259"/>
        </pc:sldMkLst>
        <pc:spChg chg="del">
          <ac:chgData name="Shamil Heydarov (Rajab)" userId="14f599c6-7e0e-494b-b9cd-692ee1cab503" providerId="ADAL" clId="{5848AF02-AF7B-4978-9927-FE91966580FD}" dt="2022-05-31T12:07:06.901" v="375" actId="21"/>
          <ac:spMkLst>
            <pc:docMk/>
            <pc:sldMk cId="194028071" sldId="259"/>
            <ac:spMk id="2" creationId="{A5C77956-7803-715C-8DA6-F0FFE088579A}"/>
          </ac:spMkLst>
        </pc:spChg>
        <pc:spChg chg="del">
          <ac:chgData name="Shamil Heydarov (Rajab)" userId="14f599c6-7e0e-494b-b9cd-692ee1cab503" providerId="ADAL" clId="{5848AF02-AF7B-4978-9927-FE91966580FD}" dt="2022-05-31T11:51:58.713" v="194"/>
          <ac:spMkLst>
            <pc:docMk/>
            <pc:sldMk cId="194028071" sldId="259"/>
            <ac:spMk id="3" creationId="{1B98481A-D2A7-8D8D-074F-B73F4AD292ED}"/>
          </ac:spMkLst>
        </pc:spChg>
        <pc:spChg chg="add del mod">
          <ac:chgData name="Shamil Heydarov (Rajab)" userId="14f599c6-7e0e-494b-b9cd-692ee1cab503" providerId="ADAL" clId="{5848AF02-AF7B-4978-9927-FE91966580FD}" dt="2022-05-31T11:52:12.391" v="195" actId="21"/>
          <ac:spMkLst>
            <pc:docMk/>
            <pc:sldMk cId="194028071" sldId="259"/>
            <ac:spMk id="4" creationId="{F7653C42-3B27-9F86-ADAB-8E4C8B6BE0EB}"/>
          </ac:spMkLst>
        </pc:spChg>
        <pc:spChg chg="add del mod">
          <ac:chgData name="Shamil Heydarov (Rajab)" userId="14f599c6-7e0e-494b-b9cd-692ee1cab503" providerId="ADAL" clId="{5848AF02-AF7B-4978-9927-FE91966580FD}" dt="2022-05-31T12:06:52.766" v="372" actId="931"/>
          <ac:spMkLst>
            <pc:docMk/>
            <pc:sldMk cId="194028071" sldId="259"/>
            <ac:spMk id="5" creationId="{E6C9CC9C-B324-E3CA-2EEB-ABDC3880DA3A}"/>
          </ac:spMkLst>
        </pc:spChg>
        <pc:spChg chg="add del">
          <ac:chgData name="Shamil Heydarov (Rajab)" userId="14f599c6-7e0e-494b-b9cd-692ee1cab503" providerId="ADAL" clId="{5848AF02-AF7B-4978-9927-FE91966580FD}" dt="2022-05-31T12:07:17.384" v="377" actId="26606"/>
          <ac:spMkLst>
            <pc:docMk/>
            <pc:sldMk cId="194028071" sldId="259"/>
            <ac:spMk id="12" creationId="{32BC26D8-82FB-445E-AA49-62A77D7C1EE0}"/>
          </ac:spMkLst>
        </pc:spChg>
        <pc:spChg chg="add del">
          <ac:chgData name="Shamil Heydarov (Rajab)" userId="14f599c6-7e0e-494b-b9cd-692ee1cab503" providerId="ADAL" clId="{5848AF02-AF7B-4978-9927-FE91966580FD}" dt="2022-05-31T12:07:17.384" v="377" actId="26606"/>
          <ac:spMkLst>
            <pc:docMk/>
            <pc:sldMk cId="194028071" sldId="259"/>
            <ac:spMk id="14" creationId="{CB44330D-EA18-4254-AA95-EB49948539B8}"/>
          </ac:spMkLst>
        </pc:spChg>
        <pc:picChg chg="add mod">
          <ac:chgData name="Shamil Heydarov (Rajab)" userId="14f599c6-7e0e-494b-b9cd-692ee1cab503" providerId="ADAL" clId="{5848AF02-AF7B-4978-9927-FE91966580FD}" dt="2022-05-31T12:08:01.978" v="382" actId="14100"/>
          <ac:picMkLst>
            <pc:docMk/>
            <pc:sldMk cId="194028071" sldId="259"/>
            <ac:picMk id="7" creationId="{D9E17C1C-3408-D7CB-34E2-B9578217D7C6}"/>
          </ac:picMkLst>
        </pc:picChg>
      </pc:sldChg>
      <pc:sldChg chg="addSp delSp modSp new del mod setBg">
        <pc:chgData name="Shamil Heydarov (Rajab)" userId="14f599c6-7e0e-494b-b9cd-692ee1cab503" providerId="ADAL" clId="{5848AF02-AF7B-4978-9927-FE91966580FD}" dt="2022-05-31T11:48:07.378" v="180" actId="2696"/>
        <pc:sldMkLst>
          <pc:docMk/>
          <pc:sldMk cId="1223726679" sldId="259"/>
        </pc:sldMkLst>
        <pc:spChg chg="del">
          <ac:chgData name="Shamil Heydarov (Rajab)" userId="14f599c6-7e0e-494b-b9cd-692ee1cab503" providerId="ADAL" clId="{5848AF02-AF7B-4978-9927-FE91966580FD}" dt="2022-05-31T11:47:18.704" v="161" actId="21"/>
          <ac:spMkLst>
            <pc:docMk/>
            <pc:sldMk cId="1223726679" sldId="259"/>
            <ac:spMk id="2" creationId="{44F51D66-1933-9F92-F881-E8A8F34F2D31}"/>
          </ac:spMkLst>
        </pc:spChg>
        <pc:spChg chg="del">
          <ac:chgData name="Shamil Heydarov (Rajab)" userId="14f599c6-7e0e-494b-b9cd-692ee1cab503" providerId="ADAL" clId="{5848AF02-AF7B-4978-9927-FE91966580FD}" dt="2022-05-31T11:47:29.359" v="162" actId="931"/>
          <ac:spMkLst>
            <pc:docMk/>
            <pc:sldMk cId="1223726679" sldId="259"/>
            <ac:spMk id="3" creationId="{CC9CF30C-9C12-396C-E501-FD271BF83A79}"/>
          </ac:spMkLst>
        </pc:spChg>
        <pc:spChg chg="add mod">
          <ac:chgData name="Shamil Heydarov (Rajab)" userId="14f599c6-7e0e-494b-b9cd-692ee1cab503" providerId="ADAL" clId="{5848AF02-AF7B-4978-9927-FE91966580FD}" dt="2022-05-31T11:48:03.197" v="179" actId="21"/>
          <ac:spMkLst>
            <pc:docMk/>
            <pc:sldMk cId="1223726679" sldId="259"/>
            <ac:spMk id="7" creationId="{A9D909AA-D7D7-5695-593E-30CA6B5E1ACC}"/>
          </ac:spMkLst>
        </pc:spChg>
        <pc:spChg chg="add del">
          <ac:chgData name="Shamil Heydarov (Rajab)" userId="14f599c6-7e0e-494b-b9cd-692ee1cab503" providerId="ADAL" clId="{5848AF02-AF7B-4978-9927-FE91966580FD}" dt="2022-05-31T11:47:48.651" v="175" actId="26606"/>
          <ac:spMkLst>
            <pc:docMk/>
            <pc:sldMk cId="1223726679" sldId="259"/>
            <ac:spMk id="9" creationId="{3D329A59-79A6-42A3-35D3-93E927E8F514}"/>
          </ac:spMkLst>
        </pc:spChg>
        <pc:spChg chg="add del">
          <ac:chgData name="Shamil Heydarov (Rajab)" userId="14f599c6-7e0e-494b-b9cd-692ee1cab503" providerId="ADAL" clId="{5848AF02-AF7B-4978-9927-FE91966580FD}" dt="2022-05-31T11:47:38.849" v="167" actId="26606"/>
          <ac:spMkLst>
            <pc:docMk/>
            <pc:sldMk cId="1223726679" sldId="259"/>
            <ac:spMk id="10" creationId="{3DAD86CA-8235-409B-982B-5E7A033E2392}"/>
          </ac:spMkLst>
        </pc:spChg>
        <pc:spChg chg="add del">
          <ac:chgData name="Shamil Heydarov (Rajab)" userId="14f599c6-7e0e-494b-b9cd-692ee1cab503" providerId="ADAL" clId="{5848AF02-AF7B-4978-9927-FE91966580FD}" dt="2022-05-31T11:47:38.849" v="167" actId="26606"/>
          <ac:spMkLst>
            <pc:docMk/>
            <pc:sldMk cId="1223726679" sldId="259"/>
            <ac:spMk id="12" creationId="{9F234FBA-3501-47B4-AE0C-AA4AFBC8F603}"/>
          </ac:spMkLst>
        </pc:spChg>
        <pc:spChg chg="add del">
          <ac:chgData name="Shamil Heydarov (Rajab)" userId="14f599c6-7e0e-494b-b9cd-692ee1cab503" providerId="ADAL" clId="{5848AF02-AF7B-4978-9927-FE91966580FD}" dt="2022-05-31T11:47:38.849" v="167" actId="26606"/>
          <ac:spMkLst>
            <pc:docMk/>
            <pc:sldMk cId="1223726679" sldId="259"/>
            <ac:spMk id="14" creationId="{B5EF893B-0491-416E-9D33-BADE9600792A}"/>
          </ac:spMkLst>
        </pc:spChg>
        <pc:spChg chg="add del">
          <ac:chgData name="Shamil Heydarov (Rajab)" userId="14f599c6-7e0e-494b-b9cd-692ee1cab503" providerId="ADAL" clId="{5848AF02-AF7B-4978-9927-FE91966580FD}" dt="2022-05-31T11:47:41.037" v="169" actId="26606"/>
          <ac:spMkLst>
            <pc:docMk/>
            <pc:sldMk cId="1223726679" sldId="259"/>
            <ac:spMk id="18" creationId="{6FF0F0B8-5B06-4174-9742-1FD7ABE712A7}"/>
          </ac:spMkLst>
        </pc:spChg>
        <pc:spChg chg="add del">
          <ac:chgData name="Shamil Heydarov (Rajab)" userId="14f599c6-7e0e-494b-b9cd-692ee1cab503" providerId="ADAL" clId="{5848AF02-AF7B-4978-9927-FE91966580FD}" dt="2022-05-31T11:47:42.800" v="171" actId="26606"/>
          <ac:spMkLst>
            <pc:docMk/>
            <pc:sldMk cId="1223726679" sldId="259"/>
            <ac:spMk id="20" creationId="{3DAD86CA-8235-409B-982B-5E7A033E2392}"/>
          </ac:spMkLst>
        </pc:spChg>
        <pc:spChg chg="add del">
          <ac:chgData name="Shamil Heydarov (Rajab)" userId="14f599c6-7e0e-494b-b9cd-692ee1cab503" providerId="ADAL" clId="{5848AF02-AF7B-4978-9927-FE91966580FD}" dt="2022-05-31T11:47:42.800" v="171" actId="26606"/>
          <ac:spMkLst>
            <pc:docMk/>
            <pc:sldMk cId="1223726679" sldId="259"/>
            <ac:spMk id="21" creationId="{9F234FBA-3501-47B4-AE0C-AA4AFBC8F603}"/>
          </ac:spMkLst>
        </pc:spChg>
        <pc:spChg chg="add del">
          <ac:chgData name="Shamil Heydarov (Rajab)" userId="14f599c6-7e0e-494b-b9cd-692ee1cab503" providerId="ADAL" clId="{5848AF02-AF7B-4978-9927-FE91966580FD}" dt="2022-05-31T11:47:42.800" v="171" actId="26606"/>
          <ac:spMkLst>
            <pc:docMk/>
            <pc:sldMk cId="1223726679" sldId="259"/>
            <ac:spMk id="22" creationId="{B5EF893B-0491-416E-9D33-BADE9600792A}"/>
          </ac:spMkLst>
        </pc:spChg>
        <pc:spChg chg="add del">
          <ac:chgData name="Shamil Heydarov (Rajab)" userId="14f599c6-7e0e-494b-b9cd-692ee1cab503" providerId="ADAL" clId="{5848AF02-AF7B-4978-9927-FE91966580FD}" dt="2022-05-31T11:47:46.937" v="173" actId="26606"/>
          <ac:spMkLst>
            <pc:docMk/>
            <pc:sldMk cId="1223726679" sldId="259"/>
            <ac:spMk id="25" creationId="{42A4FC2C-047E-45A5-965D-8E1E3BF09BC6}"/>
          </ac:spMkLst>
        </pc:spChg>
        <pc:spChg chg="add del">
          <ac:chgData name="Shamil Heydarov (Rajab)" userId="14f599c6-7e0e-494b-b9cd-692ee1cab503" providerId="ADAL" clId="{5848AF02-AF7B-4978-9927-FE91966580FD}" dt="2022-05-31T11:47:48.651" v="175" actId="26606"/>
          <ac:spMkLst>
            <pc:docMk/>
            <pc:sldMk cId="1223726679" sldId="259"/>
            <ac:spMk id="27" creationId="{5E39A796-BE83-48B1-B33F-35C4A32AAB57}"/>
          </ac:spMkLst>
        </pc:spChg>
        <pc:spChg chg="add del">
          <ac:chgData name="Shamil Heydarov (Rajab)" userId="14f599c6-7e0e-494b-b9cd-692ee1cab503" providerId="ADAL" clId="{5848AF02-AF7B-4978-9927-FE91966580FD}" dt="2022-05-31T11:47:48.651" v="175" actId="26606"/>
          <ac:spMkLst>
            <pc:docMk/>
            <pc:sldMk cId="1223726679" sldId="259"/>
            <ac:spMk id="28" creationId="{72F84B47-E267-4194-8194-831DB7B5547F}"/>
          </ac:spMkLst>
        </pc:spChg>
        <pc:spChg chg="add del">
          <ac:chgData name="Shamil Heydarov (Rajab)" userId="14f599c6-7e0e-494b-b9cd-692ee1cab503" providerId="ADAL" clId="{5848AF02-AF7B-4978-9927-FE91966580FD}" dt="2022-05-31T11:47:49.325" v="177" actId="26606"/>
          <ac:spMkLst>
            <pc:docMk/>
            <pc:sldMk cId="1223726679" sldId="259"/>
            <ac:spMk id="30" creationId="{2B566528-1B12-4246-9431-5C2D7D081168}"/>
          </ac:spMkLst>
        </pc:spChg>
        <pc:spChg chg="add del">
          <ac:chgData name="Shamil Heydarov (Rajab)" userId="14f599c6-7e0e-494b-b9cd-692ee1cab503" providerId="ADAL" clId="{5848AF02-AF7B-4978-9927-FE91966580FD}" dt="2022-05-31T11:47:49.325" v="177" actId="26606"/>
          <ac:spMkLst>
            <pc:docMk/>
            <pc:sldMk cId="1223726679" sldId="259"/>
            <ac:spMk id="33" creationId="{0C27FE19-9680-99B8-2B6E-8ADBCEA0D64F}"/>
          </ac:spMkLst>
        </pc:spChg>
        <pc:spChg chg="add">
          <ac:chgData name="Shamil Heydarov (Rajab)" userId="14f599c6-7e0e-494b-b9cd-692ee1cab503" providerId="ADAL" clId="{5848AF02-AF7B-4978-9927-FE91966580FD}" dt="2022-05-31T11:47:49.325" v="178" actId="26606"/>
          <ac:spMkLst>
            <pc:docMk/>
            <pc:sldMk cId="1223726679" sldId="259"/>
            <ac:spMk id="37" creationId="{6FF0F0B8-5B06-4174-9742-1FD7ABE712A7}"/>
          </ac:spMkLst>
        </pc:spChg>
        <pc:grpChg chg="add del">
          <ac:chgData name="Shamil Heydarov (Rajab)" userId="14f599c6-7e0e-494b-b9cd-692ee1cab503" providerId="ADAL" clId="{5848AF02-AF7B-4978-9927-FE91966580FD}" dt="2022-05-31T11:47:49.325" v="177" actId="26606"/>
          <ac:grpSpMkLst>
            <pc:docMk/>
            <pc:sldMk cId="1223726679" sldId="259"/>
            <ac:grpSpMk id="31" creationId="{287F69AB-2350-44E3-9076-00265B93F313}"/>
          </ac:grpSpMkLst>
        </pc:grpChg>
        <pc:grpChg chg="add del">
          <ac:chgData name="Shamil Heydarov (Rajab)" userId="14f599c6-7e0e-494b-b9cd-692ee1cab503" providerId="ADAL" clId="{5848AF02-AF7B-4978-9927-FE91966580FD}" dt="2022-05-31T11:47:49.325" v="177" actId="26606"/>
          <ac:grpSpMkLst>
            <pc:docMk/>
            <pc:sldMk cId="1223726679" sldId="259"/>
            <ac:grpSpMk id="34" creationId="{3EA7D759-6BEF-4CBD-A325-BCFA77832B3F}"/>
          </ac:grpSpMkLst>
        </pc:grpChg>
        <pc:picChg chg="add del mod">
          <ac:chgData name="Shamil Heydarov (Rajab)" userId="14f599c6-7e0e-494b-b9cd-692ee1cab503" providerId="ADAL" clId="{5848AF02-AF7B-4978-9927-FE91966580FD}" dt="2022-05-31T11:48:03.197" v="179" actId="21"/>
          <ac:picMkLst>
            <pc:docMk/>
            <pc:sldMk cId="1223726679" sldId="259"/>
            <ac:picMk id="5" creationId="{30D81CE3-C914-ED1E-5239-C48C5F9C1B0A}"/>
          </ac:picMkLst>
        </pc:picChg>
        <pc:cxnChg chg="add del">
          <ac:chgData name="Shamil Heydarov (Rajab)" userId="14f599c6-7e0e-494b-b9cd-692ee1cab503" providerId="ADAL" clId="{5848AF02-AF7B-4978-9927-FE91966580FD}" dt="2022-05-31T11:47:38.849" v="167" actId="26606"/>
          <ac:cxnSpMkLst>
            <pc:docMk/>
            <pc:sldMk cId="1223726679" sldId="259"/>
            <ac:cxnSpMk id="16" creationId="{469F4FF8-F8B0-4630-BA1B-0D8B324CD5FF}"/>
          </ac:cxnSpMkLst>
        </pc:cxnChg>
        <pc:cxnChg chg="add del">
          <ac:chgData name="Shamil Heydarov (Rajab)" userId="14f599c6-7e0e-494b-b9cd-692ee1cab503" providerId="ADAL" clId="{5848AF02-AF7B-4978-9927-FE91966580FD}" dt="2022-05-31T11:47:42.800" v="171" actId="26606"/>
          <ac:cxnSpMkLst>
            <pc:docMk/>
            <pc:sldMk cId="1223726679" sldId="259"/>
            <ac:cxnSpMk id="23" creationId="{469F4FF8-F8B0-4630-BA1B-0D8B324CD5FF}"/>
          </ac:cxnSpMkLst>
        </pc:cxnChg>
      </pc:sldChg>
      <pc:sldChg chg="addSp delSp modSp new mod modTransition setBg setClrOvrMap">
        <pc:chgData name="Shamil Heydarov (Rajab)" userId="14f599c6-7e0e-494b-b9cd-692ee1cab503" providerId="ADAL" clId="{5848AF02-AF7B-4978-9927-FE91966580FD}" dt="2022-05-31T12:13:58.406" v="466"/>
        <pc:sldMkLst>
          <pc:docMk/>
          <pc:sldMk cId="2901411701" sldId="260"/>
        </pc:sldMkLst>
        <pc:spChg chg="mod">
          <ac:chgData name="Shamil Heydarov (Rajab)" userId="14f599c6-7e0e-494b-b9cd-692ee1cab503" providerId="ADAL" clId="{5848AF02-AF7B-4978-9927-FE91966580FD}" dt="2022-05-31T12:12:06.539" v="443" actId="26606"/>
          <ac:spMkLst>
            <pc:docMk/>
            <pc:sldMk cId="2901411701" sldId="260"/>
            <ac:spMk id="2" creationId="{F7791CE6-CFA2-016C-FEE0-37456F2FC6DC}"/>
          </ac:spMkLst>
        </pc:spChg>
        <pc:spChg chg="mod">
          <ac:chgData name="Shamil Heydarov (Rajab)" userId="14f599c6-7e0e-494b-b9cd-692ee1cab503" providerId="ADAL" clId="{5848AF02-AF7B-4978-9927-FE91966580FD}" dt="2022-05-31T12:12:45.533" v="448" actId="2711"/>
          <ac:spMkLst>
            <pc:docMk/>
            <pc:sldMk cId="2901411701" sldId="260"/>
            <ac:spMk id="3" creationId="{EFB03602-F074-6664-F82E-D50C50A8F796}"/>
          </ac:spMkLst>
        </pc:spChg>
        <pc:spChg chg="add del">
          <ac:chgData name="Shamil Heydarov (Rajab)" userId="14f599c6-7e0e-494b-b9cd-692ee1cab503" providerId="ADAL" clId="{5848AF02-AF7B-4978-9927-FE91966580FD}" dt="2022-05-31T12:11:51.780" v="440" actId="26606"/>
          <ac:spMkLst>
            <pc:docMk/>
            <pc:sldMk cId="2901411701" sldId="260"/>
            <ac:spMk id="8" creationId="{B95B9BA8-1D69-4796-85F5-B6D0BD52354B}"/>
          </ac:spMkLst>
        </pc:spChg>
        <pc:spChg chg="add del">
          <ac:chgData name="Shamil Heydarov (Rajab)" userId="14f599c6-7e0e-494b-b9cd-692ee1cab503" providerId="ADAL" clId="{5848AF02-AF7B-4978-9927-FE91966580FD}" dt="2022-05-31T12:12:06.539" v="442" actId="26606"/>
          <ac:spMkLst>
            <pc:docMk/>
            <pc:sldMk cId="2901411701" sldId="260"/>
            <ac:spMk id="14" creationId="{30B5ED20-499B-41E7-95BE-8BBD3131456F}"/>
          </ac:spMkLst>
        </pc:spChg>
        <pc:spChg chg="add del">
          <ac:chgData name="Shamil Heydarov (Rajab)" userId="14f599c6-7e0e-494b-b9cd-692ee1cab503" providerId="ADAL" clId="{5848AF02-AF7B-4978-9927-FE91966580FD}" dt="2022-05-31T12:12:06.539" v="442" actId="26606"/>
          <ac:spMkLst>
            <pc:docMk/>
            <pc:sldMk cId="2901411701" sldId="260"/>
            <ac:spMk id="22" creationId="{5FEF463D-EE6B-46FF-B7C7-74B09A96C8AB}"/>
          </ac:spMkLst>
        </pc:spChg>
        <pc:spChg chg="add del">
          <ac:chgData name="Shamil Heydarov (Rajab)" userId="14f599c6-7e0e-494b-b9cd-692ee1cab503" providerId="ADAL" clId="{5848AF02-AF7B-4978-9927-FE91966580FD}" dt="2022-05-31T12:12:06.539" v="442" actId="26606"/>
          <ac:spMkLst>
            <pc:docMk/>
            <pc:sldMk cId="2901411701" sldId="260"/>
            <ac:spMk id="24" creationId="{35A51D22-76EA-4C70-B5C9-ED3946924CB7}"/>
          </ac:spMkLst>
        </pc:spChg>
        <pc:spChg chg="add">
          <ac:chgData name="Shamil Heydarov (Rajab)" userId="14f599c6-7e0e-494b-b9cd-692ee1cab503" providerId="ADAL" clId="{5848AF02-AF7B-4978-9927-FE91966580FD}" dt="2022-05-31T12:12:06.539" v="443" actId="26606"/>
          <ac:spMkLst>
            <pc:docMk/>
            <pc:sldMk cId="2901411701" sldId="260"/>
            <ac:spMk id="26" creationId="{E8A8EAB8-D2FF-444D-B34B-7D32F106AD0E}"/>
          </ac:spMkLst>
        </pc:spChg>
        <pc:grpChg chg="add del">
          <ac:chgData name="Shamil Heydarov (Rajab)" userId="14f599c6-7e0e-494b-b9cd-692ee1cab503" providerId="ADAL" clId="{5848AF02-AF7B-4978-9927-FE91966580FD}" dt="2022-05-31T12:11:51.780" v="440" actId="26606"/>
          <ac:grpSpMkLst>
            <pc:docMk/>
            <pc:sldMk cId="2901411701" sldId="260"/>
            <ac:grpSpMk id="10" creationId="{5F892E19-92E7-4BB2-8C3F-DBDFE8D9D324}"/>
          </ac:grpSpMkLst>
        </pc:grpChg>
        <pc:grpChg chg="add del">
          <ac:chgData name="Shamil Heydarov (Rajab)" userId="14f599c6-7e0e-494b-b9cd-692ee1cab503" providerId="ADAL" clId="{5848AF02-AF7B-4978-9927-FE91966580FD}" dt="2022-05-31T12:12:06.539" v="442" actId="26606"/>
          <ac:grpSpMkLst>
            <pc:docMk/>
            <pc:sldMk cId="2901411701" sldId="260"/>
            <ac:grpSpMk id="23" creationId="{11A27B3A-460C-4100-99B5-817F25979F6C}"/>
          </ac:grpSpMkLst>
        </pc:grpChg>
        <pc:picChg chg="add del">
          <ac:chgData name="Shamil Heydarov (Rajab)" userId="14f599c6-7e0e-494b-b9cd-692ee1cab503" providerId="ADAL" clId="{5848AF02-AF7B-4978-9927-FE91966580FD}" dt="2022-05-31T12:11:26.554" v="438" actId="26606"/>
          <ac:picMkLst>
            <pc:docMk/>
            <pc:sldMk cId="2901411701" sldId="260"/>
            <ac:picMk id="5" creationId="{6E284BF1-14D2-56D5-BBEB-4D9D07D7BA7F}"/>
          </ac:picMkLst>
        </pc:picChg>
        <pc:cxnChg chg="add del">
          <ac:chgData name="Shamil Heydarov (Rajab)" userId="14f599c6-7e0e-494b-b9cd-692ee1cab503" providerId="ADAL" clId="{5848AF02-AF7B-4978-9927-FE91966580FD}" dt="2022-05-31T12:11:26.554" v="438" actId="26606"/>
          <ac:cxnSpMkLst>
            <pc:docMk/>
            <pc:sldMk cId="2901411701" sldId="260"/>
            <ac:cxnSpMk id="9" creationId="{A7F400EE-A8A5-48AF-B4D6-291B52C6F0B0}"/>
          </ac:cxnSpMkLst>
        </pc:cxnChg>
        <pc:cxnChg chg="add">
          <ac:chgData name="Shamil Heydarov (Rajab)" userId="14f599c6-7e0e-494b-b9cd-692ee1cab503" providerId="ADAL" clId="{5848AF02-AF7B-4978-9927-FE91966580FD}" dt="2022-05-31T12:12:06.539" v="443" actId="26606"/>
          <ac:cxnSpMkLst>
            <pc:docMk/>
            <pc:sldMk cId="2901411701" sldId="260"/>
            <ac:cxnSpMk id="27" creationId="{067633D1-6EE6-4118-B9F0-B363477BEE7A}"/>
          </ac:cxnSpMkLst>
        </pc:cxnChg>
        <pc:cxnChg chg="add">
          <ac:chgData name="Shamil Heydarov (Rajab)" userId="14f599c6-7e0e-494b-b9cd-692ee1cab503" providerId="ADAL" clId="{5848AF02-AF7B-4978-9927-FE91966580FD}" dt="2022-05-31T12:12:06.539" v="443" actId="26606"/>
          <ac:cxnSpMkLst>
            <pc:docMk/>
            <pc:sldMk cId="2901411701" sldId="260"/>
            <ac:cxnSpMk id="28" creationId="{4AD7FFC6-42A9-49CB-B5E9-B3F6B038331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5E1B-7FD2-A2B9-1EA4-E6947C20B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83F58-8A91-5541-4CE9-7802052F6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z-Lat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5BD2C-CBD7-B534-451E-5675D641D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7E3F5-80D0-4C5D-2309-71905285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90D09-6ED1-B6F8-2FF8-3B1820DE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466507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03F6-C5C3-FE03-85A8-A455C240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48E5D-5305-6A96-CB8C-A9ED0ECDF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C76C9-E784-CC33-C692-4593F1EEB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B778D-DCC8-9CAC-E991-AF0552A68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174C9-02E8-3D9C-A0BE-74D42E4D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478444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0CA5-0109-F99F-1B92-06C38BE8D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58C12-848A-2C29-2506-61815690E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C3A5E-0AB2-E0AC-3032-511334A2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3A5A3-3F1A-3752-0DD8-FBBE9EB6A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2835-8494-AE42-E793-1770F214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781860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44D2-5CAE-B678-AAAD-1F29A457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EF45E-5D17-7B39-9D96-D5E293EFC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25328-E0F6-D6DF-3094-E1AF1644D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76DD1-FF82-FC12-07D0-89BBF2A4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31102-3B59-3B94-D961-09DDEDCEF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F2FB0-B0DF-B225-2DD8-251789A1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77704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E9338-2407-0BDC-EA50-CA98B5DA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E53A4-9679-EA26-6598-CB6C90B94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A3FF7-B413-C9B3-64E2-D692C3C3F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25D8B-C2D6-9700-48C6-277D03D10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FB863-2DAF-71E1-FC27-B4C676D59E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81655B-D57F-916E-AC33-DF3C64E3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A0E3A-8B0F-F407-05A7-29DBE904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2D40B-0E04-20C0-1FAC-821FA8548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77160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B5B3-6745-7446-27AC-551B4A26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5B6A7-8AFD-BD58-24E3-F8C06876A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81309-C92B-B116-A275-48CD364A7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C32F3-B8B3-28C8-3EC0-29C3E662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54470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375FDF-BD75-4A93-ADE9-C542C9CA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8E6BE-0F39-6C38-D033-4A79963CC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E97F2-BA8B-E024-E829-22D6EDE8C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24241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8518-6486-B97C-573B-341EC65B3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09BEA-C442-E2F0-695B-A667F44D2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D4DD8-8F54-611E-985A-C8D30CAE0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F3E90-CDB3-2BE9-667F-2A54EB1D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FB7F4-EF81-A2D6-E545-9229C851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AAB03-1BCB-4ED4-EBE5-EFF91F58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643000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07B3-E39E-88F3-BA13-997BA6C9B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E01687-4C0E-FDA0-029C-2B4978F3D8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z-Latn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E4122-6DEE-B43F-4A7D-AEA64B3DE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B9E98-D290-CDAA-7FD3-99B295D0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438A3-ED86-F2F5-A9FE-B6CA90182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C5597-629D-4F04-E30F-1B6EFB55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868802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38BC-899A-662D-36F5-6B508147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51923-337C-B84B-1A3F-3D34F7296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1609-FE5F-721B-2278-5015FDCA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C0B6-FA4C-FF55-AB70-5DA5E9ED7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F8C9C-6965-30B6-576E-5D0ABCA2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82091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8508C-579D-9EE6-2522-C71B8D72D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73A62-9627-9FB2-6954-3ADCD506B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7997A-4DDD-E7EA-69E6-325B15C8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75679-CB3C-CC90-CB03-28F5E7BAA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7A8A-61D9-789E-A782-90EEBAA1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2781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1C76CF-CA6A-E801-FD59-950B19C3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1E3B0-1A19-A221-814E-C2E68AC0A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9CB0F-20F1-8D50-D9C1-A892D61AA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F3CF1-6100-447C-B0E1-F9F007168F72}" type="datetimeFigureOut">
              <a:rPr lang="az-Latn-AZ" smtClean="0"/>
              <a:t>31.05.2022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F45B7-1EBE-4BE0-085F-C8D075362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DA08F-5E33-E1C5-FBE7-24432B0E9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3F9B2-2BB9-49F0-B4E3-35CD28D291BE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531412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8" name="Freeform: Shape 15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3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4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8D8A5F-B1FE-06B5-650D-0938702B6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Converting an Adjacency Matrix to Adjacency List</a:t>
            </a:r>
            <a:endParaRPr lang="az-Latn-AZ" sz="5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C045845-18BF-7AE2-5EAE-6CC21A37C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US" b="1" i="1" dirty="0">
                <a:solidFill>
                  <a:schemeClr val="bg1"/>
                </a:solidFill>
              </a:rPr>
              <a:t>Student: Shamil Heydarov </a:t>
            </a:r>
            <a:endParaRPr lang="az-Latn-AZ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9944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AE28A-5A14-A280-EAA0-2E8BD57F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is the Adjacency matrix?</a:t>
            </a:r>
            <a:endParaRPr lang="az-Latn-AZ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53EE1-DF5E-A4C9-31EE-76F5BA440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454300"/>
          </a:xfrm>
        </p:spPr>
        <p:txBody>
          <a:bodyPr>
            <a:normAutofit/>
          </a:bodyPr>
          <a:lstStyle/>
          <a:p>
            <a:pPr algn="just"/>
            <a:r>
              <a:rPr lang="en-US" sz="2000" b="0" i="1" dirty="0"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adjacency matrix is a way of representing a graph as a matrix of </a:t>
            </a:r>
            <a:r>
              <a:rPr lang="en-US" sz="2000" b="0" i="1" dirty="0" err="1"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booleans</a:t>
            </a:r>
            <a:r>
              <a:rPr lang="en-US" sz="2000" b="0" i="1" dirty="0"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(0's and 1's). A finite graph can be represented in the form of a square matrix on a computer, where the </a:t>
            </a:r>
            <a:r>
              <a:rPr lang="en-US" sz="2000" b="0" i="1" dirty="0" err="1"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sz="2000" b="0" i="1" dirty="0"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value of the matrix indicates if there is a direct path between two vertices.</a:t>
            </a:r>
            <a:endParaRPr lang="az-Latn-AZ" sz="2000" i="1" dirty="0">
              <a:solidFill>
                <a:schemeClr val="bg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1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13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2" name="Freeform: Shape 14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4288503F-E4FE-1B11-7402-EA334D26C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75" y="1123949"/>
            <a:ext cx="48387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3943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CE4FA-1AF7-996C-4440-24957E17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is the Adjacency list?</a:t>
            </a:r>
            <a:endParaRPr lang="az-Latn-AZ" sz="4000" dirty="0">
              <a:solidFill>
                <a:schemeClr val="bg1"/>
              </a:solidFill>
            </a:endParaRPr>
          </a:p>
        </p:txBody>
      </p:sp>
      <p:grpSp>
        <p:nvGrpSpPr>
          <p:cNvPr id="25" name="Group 11">
            <a:extLst>
              <a:ext uri="{FF2B5EF4-FFF2-40B4-BE49-F238E27FC236}">
                <a16:creationId xmlns:a16="http://schemas.microsoft.com/office/drawing/2014/main" id="{CC09AFE8-9934-40C0-A058-4008A3B1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160" y="1498600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3588ED6-49C5-4EAF-BBCE-DB6B4184D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149B80A-4A62-4495-AE87-F32755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38C3DC5-5887-49A9-AABB-A9772488F2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BD695E1-00AC-49AE-93BF-22000734A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721D808-B8BC-4568-A927-12BC276FBF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B2886F6-DE07-47C7-840F-22CD86C0D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 descr="Application&#10;&#10;Description automatically generated with medium confidence">
            <a:extLst>
              <a:ext uri="{FF2B5EF4-FFF2-40B4-BE49-F238E27FC236}">
                <a16:creationId xmlns:a16="http://schemas.microsoft.com/office/drawing/2014/main" id="{73AA03B6-EFE8-E4EA-E3E4-9DDAC4EB8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" y="1641753"/>
            <a:ext cx="4933950" cy="32921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E33A5-1AE0-A81F-6BE9-2538B36F4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6" y="3146400"/>
            <a:ext cx="4391024" cy="24543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200" b="0" i="1" dirty="0"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adjacency list represents a graph as an array of linked lists. The index of the array represents a vertex and each element in its linked list represents the other vertices that form an edge with the vertex.</a:t>
            </a:r>
            <a:endParaRPr lang="az-Latn-AZ" sz="2200" i="1" dirty="0">
              <a:solidFill>
                <a:schemeClr val="bg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99039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9E17C1C-3408-D7CB-34E2-B9578217D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" r="8091" b="1"/>
          <a:stretch/>
        </p:blipFill>
        <p:spPr>
          <a:xfrm>
            <a:off x="643467" y="552450"/>
            <a:ext cx="11025328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8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91CE6-CFA2-016C-FEE0-37456F2F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6200" dirty="0">
                <a:solidFill>
                  <a:schemeClr val="bg1"/>
                </a:solidFill>
              </a:rPr>
              <a:t>Explanation of the code.</a:t>
            </a:r>
            <a:endParaRPr lang="az-Latn-AZ" sz="6200" dirty="0">
              <a:solidFill>
                <a:schemeClr val="bg1"/>
              </a:solidFill>
            </a:endParaRPr>
          </a:p>
        </p:txBody>
      </p:sp>
      <p:cxnSp>
        <p:nvCxnSpPr>
          <p:cNvPr id="27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03602-F074-6664-F82E-D50C50A8F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19880"/>
            <a:ext cx="5511282" cy="5840960"/>
          </a:xfrm>
        </p:spPr>
        <p:txBody>
          <a:bodyPr anchor="ctr">
            <a:normAutofit/>
          </a:bodyPr>
          <a:lstStyle/>
          <a:p>
            <a:pPr algn="just"/>
            <a:r>
              <a:rPr lang="en-US" sz="1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Adjacency Matrix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Adjacency Matrix is a 2D array of size V x V where V is the number of vertices in a graph. Let the 2D array be adj[][], a slot adj[</a:t>
            </a:r>
            <a:r>
              <a:rPr lang="en-US" sz="19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][j] = 1 indicates that there is an edge from vertex </a:t>
            </a:r>
            <a:r>
              <a:rPr lang="en-US" sz="19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vertex j.</a:t>
            </a:r>
          </a:p>
          <a:p>
            <a:pPr algn="just"/>
            <a:r>
              <a:rPr lang="en-US" sz="1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Adjacency List: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 array of lists is used. The size of the array is equal to the number of vertices. Let the array be array[]. An entry array[</a:t>
            </a:r>
            <a:r>
              <a:rPr lang="en-US" sz="19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 represents the list of vertices adjacent to the </a:t>
            </a:r>
            <a:r>
              <a:rPr lang="en-US" sz="19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ith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vertex.</a:t>
            </a:r>
            <a:b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convert an adjacency matrix to the adjacency list. Create an array of lists and traverse the adjacency matrix. If for any cell </a:t>
            </a:r>
            <a:r>
              <a:rPr lang="en-US" sz="1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9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j)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 the matrix “</a:t>
            </a:r>
            <a:r>
              <a:rPr lang="en-US" sz="1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mat[</a:t>
            </a:r>
            <a:r>
              <a:rPr lang="en-US" sz="19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][j] = 1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“, it means there is an edge from </a:t>
            </a:r>
            <a:r>
              <a:rPr lang="en-US" sz="19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j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so insert </a:t>
            </a:r>
            <a:r>
              <a:rPr lang="en-US" sz="1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 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the list at </a:t>
            </a:r>
            <a:r>
              <a:rPr lang="en-US" sz="19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i-th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position in the array of lists.</a:t>
            </a:r>
            <a:endParaRPr lang="az-Latn-AZ" sz="1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41170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6C8055C9C0D541A7122DAE6D0AF4DE" ma:contentTypeVersion="7" ma:contentTypeDescription="Create a new document." ma:contentTypeScope="" ma:versionID="78fbe11ea07752b4b8f76acbedcb31cf">
  <xsd:schema xmlns:xsd="http://www.w3.org/2001/XMLSchema" xmlns:xs="http://www.w3.org/2001/XMLSchema" xmlns:p="http://schemas.microsoft.com/office/2006/metadata/properties" xmlns:ns3="a8318deb-8281-4aa4-9188-7e481aa0635f" xmlns:ns4="4214c628-4239-474b-9e0e-f59810f23d96" targetNamespace="http://schemas.microsoft.com/office/2006/metadata/properties" ma:root="true" ma:fieldsID="ff5048b2c761c2162558db5bfa5f262e" ns3:_="" ns4:_="">
    <xsd:import namespace="a8318deb-8281-4aa4-9188-7e481aa0635f"/>
    <xsd:import namespace="4214c628-4239-474b-9e0e-f59810f23d9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318deb-8281-4aa4-9188-7e481aa06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4c628-4239-474b-9e0e-f59810f23d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A6F762-58BB-44FD-830F-6117EDE12D9D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a8318deb-8281-4aa4-9188-7e481aa0635f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214c628-4239-474b-9e0e-f59810f23d96"/>
  </ds:schemaRefs>
</ds:datastoreItem>
</file>

<file path=customXml/itemProps2.xml><?xml version="1.0" encoding="utf-8"?>
<ds:datastoreItem xmlns:ds="http://schemas.openxmlformats.org/officeDocument/2006/customXml" ds:itemID="{5B62F293-67FD-4647-A8F0-5EA1D11C57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DEDD1F-C7EF-474C-A8DE-EB518071F2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318deb-8281-4aa4-9188-7e481aa0635f"/>
    <ds:schemaRef ds:uri="4214c628-4239-474b-9e0e-f59810f23d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294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Converting an Adjacency Matrix to Adjacency List</vt:lpstr>
      <vt:lpstr>What is the Adjacency matrix?</vt:lpstr>
      <vt:lpstr>What is the Adjacency list?</vt:lpstr>
      <vt:lpstr>PowerPoint Presentation</vt:lpstr>
      <vt:lpstr>Explanation of the code.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Shamil Heydarov (Rajab)</dc:creator>
  <cp:lastModifiedBy>Shamil Heydarov (Rajab)</cp:lastModifiedBy>
  <cp:revision>1</cp:revision>
  <dcterms:created xsi:type="dcterms:W3CDTF">2022-05-31T11:28:28Z</dcterms:created>
  <dcterms:modified xsi:type="dcterms:W3CDTF">2022-05-31T12:29:08Z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0x010100486C8055C9C0D541A7122DAE6D0AF4DE</vt:lpwstr>
  </property>
</Properties>
</file>